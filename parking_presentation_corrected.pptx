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Total Cost by Solver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Cost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Greedy</c:v>
                  </c:pt>
                  <c:pt idx="1">
                    <c:v>Genetic</c:v>
                  </c:pt>
                  <c:pt idx="2">
                    <c:v>SA</c:v>
                  </c:pt>
                  <c:pt idx="3">
                    <c:v>ILP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5254.5</c:v>
                </c:pt>
                <c:pt idx="1">
                  <c:v>4963.5</c:v>
                </c:pt>
                <c:pt idx="2">
                  <c:v>4868.5</c:v>
                </c:pt>
                <c:pt idx="3">
                  <c:v>4697.5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4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Avg Walking Distance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Distance (m)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Greedy</c:v>
                  </c:pt>
                  <c:pt idx="1">
                    <c:v>Genetic</c:v>
                  </c:pt>
                  <c:pt idx="2">
                    <c:v>SA</c:v>
                  </c:pt>
                  <c:pt idx="3">
                    <c:v>ILP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80.6</c:v>
                </c:pt>
                <c:pt idx="1">
                  <c:v>75.7</c:v>
                </c:pt>
                <c:pt idx="2">
                  <c:v>74</c:v>
                </c:pt>
                <c:pt idx="3">
                  <c:v>71.1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822960"/>
            <a:ext cx="2926080" cy="29260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27432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Parking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Optimization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2633472"/>
            <a:ext cx="2560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&amp; Optimization Project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297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Solvers Compared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4297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Spaces · 3 Floors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429768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solving and why it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7744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468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Instance Generation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+ synthetic parking 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56616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657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Constraints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 and feasibility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1280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10912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Greedy, Genetic, SA, and ILP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7744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468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468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10912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all four methods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6616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657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6576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10912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arrive dynamically over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assigned to exactly one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have size, floor, and EV charger attributes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walking distance to exit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all feasibility constraints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arrivals and departures in real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9204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Parameters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2040" y="155448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55448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16824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56632" y="2148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floors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2724912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724912"/>
            <a:ext cx="64008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28529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56632" y="3319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parking spaces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3895344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895344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4023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56632" y="44897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to assign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Instance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393192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real parking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types, EV status, durations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times, occupancy rates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estimate vehicle mix, EV fraction, durations, and target occupancy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44568" y="196596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1143000"/>
            <a:ext cx="352044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85232" y="16642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floors × 20 spaces = 60 total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categories: 55% compact, 35% SUV, 10% van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40% near exit, 10% elsewhere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distance matrix generated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Parameters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3401568"/>
          <a:ext cx="8138160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237744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charger prob (near)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/ floor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charger prob (other)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dist.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/ 35% /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(reproducible)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arrivals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Objective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30759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16152" y="121615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Assignment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16152" y="154533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 → exactly one space (or unassigned with penalty)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231343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16152" y="222199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Capacity (Time)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16152" y="255117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overlapping vehicles cannot share the same space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" y="331927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16152" y="322783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Compatibility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16152" y="355701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≤ SUV ≤ van — space must be ≥ vehicle size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130759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9552" y="121615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9552" y="154533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requiring charge must go to charger-equipped spaces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231343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9552" y="222199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Capacity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9552" y="255117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vehicles per floor = number of physical spaces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154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331927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9552" y="322783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Arrivals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59552" y="355701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freed at departure; reusable by later vehicles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233672"/>
            <a:ext cx="81381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Objective: minimize walking-distance cost + unassigned-vehicle penalty. Size and EV charging are enforced as hard constraints.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199339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207008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070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" y="15544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208483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Online. Assigns each vehicle on arrival to the nearest compatible available space. No lookahead.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99339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24612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Instant decisions, realistic for real-time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362102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No global view — highest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199339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61488" y="1207008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12070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61488" y="15544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61488" y="208483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 search with tournament selection, crossover, mutation, elitism, and repair.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154680"/>
            <a:ext cx="199339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324612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Explores diverse solutions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1488" y="362102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Slowest runtime (3.1s)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199339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1207008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2070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15544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328" y="208483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from greedy solution. Accepts worse moves probabilistically to escape local minima.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154680"/>
            <a:ext cx="199339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24612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 metaheuristic result (4868.5)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362102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Temperature schedule sensitive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097280"/>
            <a:ext cx="199339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59168" y="1207008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12070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(Offline)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59168" y="155448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08483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Linear Programming model solved with SciPy MILP. Full time-overlap constraints. Knows all arrivals in advance.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3154680"/>
            <a:ext cx="199339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324612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 cost (4697.5), fast on this size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362102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Requires future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169164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645920"/>
                <a:gridCol w="1188720"/>
                <a:gridCol w="1188720"/>
                <a:gridCol w="17373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Distance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Satisfied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4,963.5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Annealing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4,868.5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ILP (best)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02920" y="2926080"/>
          <a:ext cx="39319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2926080"/>
          <a:ext cx="3886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54864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wins — as expected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has full offline knowledge of all arrivals and departures. Cost 4,697.5 — lowest. Fast at 0.107s on this instance size.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80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outperforms GA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(4,868.5) beat genetic algorithm (4,963.5). SA benefits from starting at the greedy solution and accepting escape moves.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17520"/>
            <a:ext cx="54864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54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methods: 100% EV, 0% size violations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 was assigned a charger. No vehicle was placed in a too-small space. Core constraints fully respected by all solvers.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017520"/>
            <a:ext cx="54864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54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 unassigned — one vehicle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vehicle out of 60 could not be assigned. This is likely due to time overlap, size compatibility, and charger availability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Ramp/elevator capacity not enforced as a hard constraint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simplified — no traffic-flow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is offline — assumes future arrival knowledge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benchmark instance (seed = 42)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parking geometry only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71907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hard ramp capacity constraints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multiple benchmark instances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congestion with traffic-flow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multi-level layouts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metaheuristics: tabu search, ACO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animated occupancy 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dynamic parking assignment pipeline — data → instance → solver → evaluator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2938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methods implemented: Greedy (baseline), Genetic Algorithm, Simulated Annealing, and ILP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42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achieved 100% EV satisfaction and 0% size violations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741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355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gives the best offline solution (cost 4,697.5); SA is the best practical heuristic (4,868.5)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0873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0690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remains valuable — fastest at 0.074s and realistic for real-time deployment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Parking Assignment Optimization</dc:title>
  <dc:subject>PptxGenJS Presentation</dc:subject>
  <dc:creator>PptxGenJS</dc:creator>
  <cp:lastModifiedBy>PptxGenJS</cp:lastModifiedBy>
  <cp:revision>1</cp:revision>
  <dcterms:created xsi:type="dcterms:W3CDTF">2026-06-05T00:17:33Z</dcterms:created>
  <dcterms:modified xsi:type="dcterms:W3CDTF">2026-06-05T00:17:33Z</dcterms:modified>
</cp:coreProperties>
</file>